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Don't mention the layoffs until after the funding closes.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p:nvPicPr>
          <p:cNvPr id="4" name="Chart"/>
          <p:cNvPicPr/>
          <p:nvPr/>
        </p:nvPicPr>
        <p:blipFill>
          <a:blip r:embed="rId2"/>
          <a:srcRect l="0" t="0" r="50000" b="40000"/>
          <a:stretch>
            <a:fillRect/>
          </a:stretch>
        </p:blipFill>
        <p:spPr/>
      </p:pic>
    </p:spTree>
  </p:cSld>
</p:sld>
</file>